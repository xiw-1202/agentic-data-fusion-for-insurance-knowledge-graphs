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Schema-Evolving Knowledge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Automated Ontology Induction with Cross-Domain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Xiaofei Wang  ·  Zechary Chou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CS 584 AI Capstone  ·  Emory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Advisor: Dr. Yingying Kang (Assurant)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The Ontology Engineering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Insurance companies expanding into new LOBs face a 3-6 month bottleneck per domain: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  Manual expert labor per domain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  Cost grows linearly with LOBs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  No structure reuse across domains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</a:defRPr>
            </a:pPr>
            <a:r>
              <a:t>LLMGraphTransformer extracts KGs, but: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defRPr sz="2000" b="1">
                <a:solidFill>
                  <a:srgbClr val="FF9F43"/>
                </a:solidFill>
              </a:defRPr>
            </a:pPr>
            <a:r>
              <a:t>Current tool problems: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6B6B"/>
                </a:solidFill>
              </a:defRPr>
            </a:pPr>
            <a:r>
              <a:t>  Entity duplication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  "Policy 5123" vs "policy #5123" = 2 nodes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6B6B"/>
                </a:solidFill>
              </a:defRPr>
            </a:pPr>
            <a:r>
              <a:t>  Type proliferation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  Policy, Policy action, Policy type...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6B6B"/>
                </a:solidFill>
              </a:defRPr>
            </a:pPr>
            <a:r>
              <a:t>  No ontology hierarchy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  Flat labels, no SUBCLASS_OF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6B6B"/>
                </a:solidFill>
              </a:defRPr>
            </a:pPr>
            <a:r>
              <a:t>  No cross-domain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</a:defRPr>
            </a:pPr>
            <a:r>
              <a:t>Can we automate ontology induction?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4-Zone Domain-Agnostic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Zone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PDF + CSV</a:t>
            </a:r>
            <a:br/>
            <a:r>
              <a:t>Section-aware</a:t>
            </a:r>
            <a:br/>
            <a:r>
              <a:t>chunking</a:t>
            </a:r>
            <a:br/>
            <a:r>
              <a:t>τ = 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Zone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Bootstrap vocab</a:t>
            </a:r>
            <a:br/>
            <a:r>
              <a:t>from documents</a:t>
            </a:r>
            <a:br/>
            <a:r>
              <a:t>1-pass extraction</a:t>
            </a:r>
            <a:br/>
            <a:r>
              <a:t>Entity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</a:defRPr>
            </a:pPr>
            <a:r>
              <a:t>Zone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Ontology</a:t>
            </a:r>
            <a:br/>
            <a:r>
              <a:t>Induction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SV-LOI (novel)</a:t>
            </a:r>
            <a:br/>
            <a:r>
              <a:t>LLM typing +</a:t>
            </a:r>
            <a:br/>
            <a:r>
              <a:t>Structural</a:t>
            </a:r>
            <a:br/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</a:defRPr>
            </a:pPr>
            <a:r>
              <a:t>Zone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Neo4j</a:t>
            </a:r>
            <a:br/>
            <a:r>
              <a:t>3-layer graph</a:t>
            </a:r>
            <a:br/>
            <a:r>
              <a:t>SUBCLASS_OF</a:t>
            </a:r>
            <a:br/>
            <a:r>
              <a:t>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</a:defRPr>
            </a:pPr>
            <a:r>
              <a:t>Zero domain-specific code — same pipeline runs on flood AND auto insurance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Zone 2: Extraction is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</a:defRPr>
            </a:pPr>
            <a:r>
              <a:t>1,351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Entities extracted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</a:defRPr>
            </a:pPr>
            <a:r>
              <a:t>1,749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Query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</a:defRPr>
            </a:pPr>
            <a:r>
              <a:t>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Document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defRPr sz="1800" b="0">
                <a:solidFill>
                  <a:srgbClr val="CCCCCC"/>
                </a:solidFill>
              </a:defRPr>
            </a:pPr>
            <a:r>
              <a:t>Model: qwen2.5:72b on Emory Turing GPU cluster (2x RTX 8000)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Input: SFIP flood policy PDF + OpenFEMA claims + policy CSVs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Domain-agnostic: bootstrapped 20 entity types + 45 relation types from documents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0E676"/>
                </a:solidFill>
              </a:defRPr>
            </a:pPr>
            <a:r>
              <a:t>Takeaway: Extraction quality is excellent.</a:t>
            </a:r>
          </a:p>
          <a:p>
            <a:pPr>
              <a:spcBef>
                <a:spcPts val="600"/>
              </a:spcBef>
              <a:defRPr sz="2200" b="1">
                <a:solidFill>
                  <a:srgbClr val="FF9F43"/>
                </a:solidFill>
              </a:defRPr>
            </a:pPr>
            <a:r>
              <a:t>The bottleneck is ontology induction (Zone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Zone 3: Three Ontology Induction Methods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36576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CCCC"/>
                </a:solidFill>
              </a:defRPr>
            </a:pPr>
            <a:r>
              <a:t>A: Leiden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</a:defRPr>
            </a:pPr>
            <a: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Community detection</a:t>
            </a:r>
            <a:br/>
            <a:r>
              <a:t>on similarity graph</a:t>
            </a:r>
            <a:br/>
            <a:br/>
            <a:r>
              <a:t>Clusters are</a:t>
            </a:r>
            <a:br/>
            <a:r>
              <a:t>semantically impure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36576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CCCC"/>
                </a:solidFill>
              </a:defRPr>
            </a:pPr>
            <a:r>
              <a:t>B: RSI-LCR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</a:defRPr>
            </a:pPr>
            <a:r>
              <a:t>Structural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Group by relation-</a:t>
            </a:r>
            <a:br/>
            <a:r>
              <a:t>type signatures</a:t>
            </a:r>
            <a:br/>
            <a:br/>
            <a:r>
              <a:t>Better separation</a:t>
            </a:r>
            <a:br/>
            <a:r>
              <a:t>but over-fragments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474720" cy="36576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</a:defRPr>
            </a:pPr>
            <a:r>
              <a:t>C: SV-LOI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</a:defRPr>
            </a:pPr>
            <a:r>
              <a:t>Novel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LLM class discovery</a:t>
            </a:r>
            <a:br/>
            <a:r>
              <a:t>+ structural verify</a:t>
            </a:r>
            <a:br/>
            <a:r>
              <a:t>+ consolidation</a:t>
            </a:r>
            <a:br/>
            <a:br/>
            <a:r>
              <a:t>Fuses both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Key insight: Neither semantic (LLM) nor structural (graph) signal alone is sufficient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SV-LOI Outperforms on Every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Leiden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RSI-LCR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SV-LOI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Name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691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0.563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BERTScore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0.451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0.577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0.732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Graph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0.441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0.501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0.714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Entity Assign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0.226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0.302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0.326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Wu-Palmer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0.653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0.723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0.752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Induced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749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All methods use same extraction (qwen2.5:72b, 1,351 entities)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Metrics follow OLLM (NeurIPS'24) evaluation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Induced Ontology vs Riskine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Induced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Riskine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</a:defRPr>
            </a:pPr>
            <a: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Occupancy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</a:defRPr>
            </a:pPr>
            <a:r>
              <a:t>5 out of 10 Riskine classes matched — without ever seeing Riskine during induction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Person, Organization, Object are absent from flood insurance data (expected)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1. Extraction scales with model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8b: 1 triple/chunk → 72b: 8-50 triples/chunk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</a:defRPr>
            </a:pPr>
            <a:r>
              <a:t>2. LLMs default to data-type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First attempt: 'FinancialAmount', 'TimePeriod' → Fixed with two-stage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</a:defRPr>
            </a:pPr>
            <a:r>
              <a:t>3. Name-matching F1 is a poor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Rewards naming convention, not semantic quality → Use BERTScore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CCCC"/>
                </a:solidFill>
              </a:defRPr>
            </a:pPr>
            <a:r>
              <a:t>4. Source data limits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Flood data has no Person/Organization → Present-class F1 for fair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Next Steps (Weeks 10-11)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Reduce unclassified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24% → &lt;5% (rescue step implemented)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</a:defRPr>
            </a:pPr>
            <a:r>
              <a:t>Cross-domain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Run identical pipeline on auto insurance, zero code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</a:defRPr>
            </a:pPr>
            <a:r>
              <a:t>CTR/PTR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How many classes transfer between flood and auto?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CCCC"/>
                </a:solidFill>
              </a:defRPr>
            </a:pPr>
            <a:r>
              <a:t>Paper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Targeting peer-reviewed venue (workshop or short paper)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CCCC"/>
                </a:solidFill>
              </a:defRPr>
            </a:pPr>
            <a:r>
              <a:t>Streamlit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Interactive ontology exploration and query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github.com/xiw-1202/Agentic-Data-Fusion-for-Insurance-Knowledge-Graphs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Advisor: Dr. Yingying Kang (Assurant)  |  GPU: Emory Turing (2x RTX 8000)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defRPr sz="2000" b="0">
                <a:solidFill>
                  <a:srgbClr val="FFFFFF"/>
                </a:solidFill>
              </a:defRPr>
            </a:pPr>
            <a:r>
              <a:t>Domain-agnostic pipeline that automatically induces ontology classes</a:t>
            </a:r>
          </a:p>
          <a:p>
            <a:pPr>
              <a:spcBef>
                <a:spcPts val="600"/>
              </a:spcBef>
              <a:defRPr sz="2200" b="1">
                <a:solidFill>
                  <a:srgbClr val="00E676"/>
                </a:solidFill>
              </a:defRPr>
            </a:pPr>
            <a:r>
              <a:t>SV-LOI: 0.732 BERTScore F1 | 0.714 Graph F1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</a:defRPr>
            </a:pPr>
            <a:r>
              <a:t>Without ever seeing the reference ontology during induction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